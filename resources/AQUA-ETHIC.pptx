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065FF-5F39-4712-939F-BD7E2027AE69}" v="706" dt="2026-08-07T10:16:5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eksha B" userId="49ae5ea01cfcd656" providerId="Windows Live" clId="Web-{5AC065FF-5F39-4712-939F-BD7E2027AE69}"/>
    <pc:docChg chg="addSld delSld modSld">
      <pc:chgData name="Sudeeksha B" userId="49ae5ea01cfcd656" providerId="Windows Live" clId="Web-{5AC065FF-5F39-4712-939F-BD7E2027AE69}" dt="2026-08-07T10:16:49.408" v="476" actId="20577"/>
      <pc:docMkLst>
        <pc:docMk/>
      </pc:docMkLst>
      <pc:sldChg chg="addSp delSp modSp">
        <pc:chgData name="Sudeeksha B" userId="49ae5ea01cfcd656" providerId="Windows Live" clId="Web-{5AC065FF-5F39-4712-939F-BD7E2027AE69}" dt="2026-08-07T10:09:24.096" v="417" actId="14100"/>
        <pc:sldMkLst>
          <pc:docMk/>
          <pc:sldMk cId="0" sldId="256"/>
        </pc:sldMkLst>
        <pc:spChg chg="mod">
          <ac:chgData name="Sudeeksha B" userId="49ae5ea01cfcd656" providerId="Windows Live" clId="Web-{5AC065FF-5F39-4712-939F-BD7E2027AE69}" dt="2026-08-07T10:09:10.001" v="415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9:58:37.516" v="35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9:59:06.564" v="358" actId="20577"/>
          <ac:spMkLst>
            <pc:docMk/>
            <pc:sldMk cId="0" sldId="256"/>
            <ac:spMk id="19" creationId="{00000000-0000-0000-0000-000000000000}"/>
          </ac:spMkLst>
        </pc:spChg>
        <pc:grpChg chg="mod">
          <ac:chgData name="Sudeeksha B" userId="49ae5ea01cfcd656" providerId="Windows Live" clId="Web-{5AC065FF-5F39-4712-939F-BD7E2027AE69}" dt="2026-08-07T09:58:46.548" v="354" actId="1076"/>
          <ac:grpSpMkLst>
            <pc:docMk/>
            <pc:sldMk cId="0" sldId="256"/>
            <ac:grpSpMk id="17" creationId="{00000000-0000-0000-0000-000000000000}"/>
          </ac:grpSpMkLst>
        </pc:grpChg>
        <pc:picChg chg="add del mod">
          <ac:chgData name="Sudeeksha B" userId="49ae5ea01cfcd656" providerId="Windows Live" clId="Web-{5AC065FF-5F39-4712-939F-BD7E2027AE69}" dt="2026-08-07T10:03:15.617" v="363"/>
          <ac:picMkLst>
            <pc:docMk/>
            <pc:sldMk cId="0" sldId="256"/>
            <ac:picMk id="20" creationId="{D7651F19-52BA-D715-BAEB-6B56DAD259C1}"/>
          </ac:picMkLst>
        </pc:picChg>
        <pc:picChg chg="add mod">
          <ac:chgData name="Sudeeksha B" userId="49ae5ea01cfcd656" providerId="Windows Live" clId="Web-{5AC065FF-5F39-4712-939F-BD7E2027AE69}" dt="2026-08-07T10:09:24.096" v="417" actId="14100"/>
          <ac:picMkLst>
            <pc:docMk/>
            <pc:sldMk cId="0" sldId="256"/>
            <ac:picMk id="21" creationId="{C210C100-5672-4AE3-D658-C3D75CDE6DA7}"/>
          </ac:picMkLst>
        </pc:picChg>
        <pc:picChg chg="add mod">
          <ac:chgData name="Sudeeksha B" userId="49ae5ea01cfcd656" providerId="Windows Live" clId="Web-{5AC065FF-5F39-4712-939F-BD7E2027AE69}" dt="2026-08-07T10:09:20.221" v="416" actId="14100"/>
          <ac:picMkLst>
            <pc:docMk/>
            <pc:sldMk cId="0" sldId="256"/>
            <ac:picMk id="22" creationId="{2AFC9961-6C97-1F4B-3A4F-427B7F829664}"/>
          </ac:picMkLst>
        </pc:picChg>
        <pc:picChg chg="add del mod">
          <ac:chgData name="Sudeeksha B" userId="49ae5ea01cfcd656" providerId="Windows Live" clId="Web-{5AC065FF-5F39-4712-939F-BD7E2027AE69}" dt="2026-08-07T10:05:39.464" v="380"/>
          <ac:picMkLst>
            <pc:docMk/>
            <pc:sldMk cId="0" sldId="256"/>
            <ac:picMk id="23" creationId="{62AF53E5-95B5-9205-4340-B06B87D80A22}"/>
          </ac:picMkLst>
        </pc:picChg>
        <pc:picChg chg="add del mod">
          <ac:chgData name="Sudeeksha B" userId="49ae5ea01cfcd656" providerId="Windows Live" clId="Web-{5AC065FF-5F39-4712-939F-BD7E2027AE69}" dt="2026-08-07T10:05:41.464" v="381"/>
          <ac:picMkLst>
            <pc:docMk/>
            <pc:sldMk cId="0" sldId="256"/>
            <ac:picMk id="24" creationId="{E3A03C22-6AC6-CA8D-81FE-A15226D1BE05}"/>
          </ac:picMkLst>
        </pc:picChg>
      </pc:sldChg>
      <pc:sldChg chg="modSp">
        <pc:chgData name="Sudeeksha B" userId="49ae5ea01cfcd656" providerId="Windows Live" clId="Web-{5AC065FF-5F39-4712-939F-BD7E2027AE69}" dt="2026-08-07T10:11:37.367" v="463" actId="20577"/>
        <pc:sldMkLst>
          <pc:docMk/>
          <pc:sldMk cId="0" sldId="257"/>
        </pc:sldMkLst>
        <pc:spChg chg="mod">
          <ac:chgData name="Sudeeksha B" userId="49ae5ea01cfcd656" providerId="Windows Live" clId="Web-{5AC065FF-5F39-4712-939F-BD7E2027AE69}" dt="2026-08-07T10:09:32.831" v="418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10:11:37.367" v="463" actId="20577"/>
          <ac:spMkLst>
            <pc:docMk/>
            <pc:sldMk cId="0" sldId="257"/>
            <ac:spMk id="16" creationId="{00000000-0000-0000-0000-000000000000}"/>
          </ac:spMkLst>
        </pc:spChg>
      </pc:sldChg>
      <pc:sldChg chg="addSp delSp modSp">
        <pc:chgData name="Sudeeksha B" userId="49ae5ea01cfcd656" providerId="Windows Live" clId="Web-{5AC065FF-5F39-4712-939F-BD7E2027AE69}" dt="2026-08-07T10:16:49.408" v="476" actId="20577"/>
        <pc:sldMkLst>
          <pc:docMk/>
          <pc:sldMk cId="0" sldId="258"/>
        </pc:sldMkLst>
        <pc:spChg chg="mod">
          <ac:chgData name="Sudeeksha B" userId="49ae5ea01cfcd656" providerId="Windows Live" clId="Web-{5AC065FF-5F39-4712-939F-BD7E2027AE69}" dt="2026-08-07T06:23:31.100" v="13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6:23:36.163" v="140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10:16:30.376" v="472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10:16:49.408" v="476" actId="20577"/>
          <ac:spMkLst>
            <pc:docMk/>
            <pc:sldMk cId="0" sldId="258"/>
            <ac:spMk id="18" creationId="{00000000-0000-0000-0000-000000000000}"/>
          </ac:spMkLst>
        </pc:spChg>
        <pc:picChg chg="add del mod">
          <ac:chgData name="Sudeeksha B" userId="49ae5ea01cfcd656" providerId="Windows Live" clId="Web-{5AC065FF-5F39-4712-939F-BD7E2027AE69}" dt="2026-08-07T06:06:55.986" v="118"/>
          <ac:picMkLst>
            <pc:docMk/>
            <pc:sldMk cId="0" sldId="258"/>
            <ac:picMk id="19" creationId="{68393F38-F64A-4AF4-30A9-0749F83FC5EC}"/>
          </ac:picMkLst>
        </pc:picChg>
        <pc:picChg chg="add del mod modCrop">
          <ac:chgData name="Sudeeksha B" userId="49ae5ea01cfcd656" providerId="Windows Live" clId="Web-{5AC065FF-5F39-4712-939F-BD7E2027AE69}" dt="2026-08-07T06:25:12.026" v="146"/>
          <ac:picMkLst>
            <pc:docMk/>
            <pc:sldMk cId="0" sldId="258"/>
            <ac:picMk id="20" creationId="{65AD8C24-1E0F-04AC-DD7F-493C7DD24EB4}"/>
          </ac:picMkLst>
        </pc:picChg>
        <pc:picChg chg="add mod">
          <ac:chgData name="Sudeeksha B" userId="49ae5ea01cfcd656" providerId="Windows Live" clId="Web-{5AC065FF-5F39-4712-939F-BD7E2027AE69}" dt="2026-08-07T06:25:37.167" v="154" actId="14100"/>
          <ac:picMkLst>
            <pc:docMk/>
            <pc:sldMk cId="0" sldId="258"/>
            <ac:picMk id="21" creationId="{19688E27-DCA3-4925-EA33-8E55979251CF}"/>
          </ac:picMkLst>
        </pc:picChg>
        <pc:picChg chg="add mod">
          <ac:chgData name="Sudeeksha B" userId="49ae5ea01cfcd656" providerId="Windows Live" clId="Web-{5AC065FF-5F39-4712-939F-BD7E2027AE69}" dt="2026-08-07T06:26:16.497" v="161" actId="14100"/>
          <ac:picMkLst>
            <pc:docMk/>
            <pc:sldMk cId="0" sldId="258"/>
            <ac:picMk id="22" creationId="{45C03F61-94B3-4F1C-3A25-ABCF2B6BC24D}"/>
          </ac:picMkLst>
        </pc:picChg>
      </pc:sldChg>
      <pc:sldChg chg="addSp modSp">
        <pc:chgData name="Sudeeksha B" userId="49ae5ea01cfcd656" providerId="Windows Live" clId="Web-{5AC065FF-5F39-4712-939F-BD7E2027AE69}" dt="2026-08-07T07:27:00.584" v="271" actId="14100"/>
        <pc:sldMkLst>
          <pc:docMk/>
          <pc:sldMk cId="0" sldId="259"/>
        </pc:sldMkLst>
        <pc:spChg chg="mod">
          <ac:chgData name="Sudeeksha B" userId="49ae5ea01cfcd656" providerId="Windows Live" clId="Web-{5AC065FF-5F39-4712-939F-BD7E2027AE69}" dt="2026-08-07T07:22:45.621" v="246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7:21:19.055" v="24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7:26:51.615" v="269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7:20:54.476" v="236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7:26:55.943" v="270" actId="1076"/>
          <ac:spMkLst>
            <pc:docMk/>
            <pc:sldMk cId="0" sldId="259"/>
            <ac:spMk id="19" creationId="{00000000-0000-0000-0000-000000000000}"/>
          </ac:spMkLst>
        </pc:spChg>
        <pc:picChg chg="add mod">
          <ac:chgData name="Sudeeksha B" userId="49ae5ea01cfcd656" providerId="Windows Live" clId="Web-{5AC065FF-5F39-4712-939F-BD7E2027AE69}" dt="2026-08-07T07:27:00.584" v="271" actId="14100"/>
          <ac:picMkLst>
            <pc:docMk/>
            <pc:sldMk cId="0" sldId="259"/>
            <ac:picMk id="20" creationId="{6F8DD4C1-7101-D1E2-A53C-01AEE0D77981}"/>
          </ac:picMkLst>
        </pc:picChg>
      </pc:sldChg>
      <pc:sldChg chg="addSp modSp">
        <pc:chgData name="Sudeeksha B" userId="49ae5ea01cfcd656" providerId="Windows Live" clId="Web-{5AC065FF-5F39-4712-939F-BD7E2027AE69}" dt="2026-08-07T09:53:36.240" v="329" actId="14100"/>
        <pc:sldMkLst>
          <pc:docMk/>
          <pc:sldMk cId="0" sldId="260"/>
        </pc:sldMkLst>
        <pc:spChg chg="mod">
          <ac:chgData name="Sudeeksha B" userId="49ae5ea01cfcd656" providerId="Windows Live" clId="Web-{5AC065FF-5F39-4712-939F-BD7E2027AE69}" dt="2026-08-07T09:46:59.696" v="279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9:50:38.795" v="321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9:50:46.201" v="32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udeeksha B" userId="49ae5ea01cfcd656" providerId="Windows Live" clId="Web-{5AC065FF-5F39-4712-939F-BD7E2027AE69}" dt="2026-08-07T09:50:49.108" v="323" actId="1076"/>
          <ac:spMkLst>
            <pc:docMk/>
            <pc:sldMk cId="0" sldId="260"/>
            <ac:spMk id="18" creationId="{00000000-0000-0000-0000-000000000000}"/>
          </ac:spMkLst>
        </pc:spChg>
        <pc:picChg chg="add mod">
          <ac:chgData name="Sudeeksha B" userId="49ae5ea01cfcd656" providerId="Windows Live" clId="Web-{5AC065FF-5F39-4712-939F-BD7E2027AE69}" dt="2026-08-07T09:53:36.240" v="329" actId="14100"/>
          <ac:picMkLst>
            <pc:docMk/>
            <pc:sldMk cId="0" sldId="260"/>
            <ac:picMk id="19" creationId="{D63C8A1C-BDA7-034D-6EAD-1D173DABA2CF}"/>
          </ac:picMkLst>
        </pc:picChg>
      </pc:sldChg>
      <pc:sldChg chg="modSp">
        <pc:chgData name="Sudeeksha B" userId="49ae5ea01cfcd656" providerId="Windows Live" clId="Web-{5AC065FF-5F39-4712-939F-BD7E2027AE69}" dt="2026-08-07T07:22:08.901" v="245" actId="14100"/>
        <pc:sldMkLst>
          <pc:docMk/>
          <pc:sldMk cId="0" sldId="261"/>
        </pc:sldMkLst>
        <pc:spChg chg="mod">
          <ac:chgData name="Sudeeksha B" userId="49ae5ea01cfcd656" providerId="Windows Live" clId="Web-{5AC065FF-5F39-4712-939F-BD7E2027AE69}" dt="2026-08-07T07:22:08.901" v="245" actId="14100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Sudeeksha B" userId="49ae5ea01cfcd656" providerId="Windows Live" clId="Web-{5AC065FF-5F39-4712-939F-BD7E2027AE69}" dt="2026-08-07T10:15:14.374" v="468" actId="20577"/>
        <pc:sldMkLst>
          <pc:docMk/>
          <pc:sldMk cId="0" sldId="263"/>
        </pc:sldMkLst>
        <pc:spChg chg="mod">
          <ac:chgData name="Sudeeksha B" userId="49ae5ea01cfcd656" providerId="Windows Live" clId="Web-{5AC065FF-5F39-4712-939F-BD7E2027AE69}" dt="2026-08-07T10:15:14.374" v="468" actId="20577"/>
          <ac:spMkLst>
            <pc:docMk/>
            <pc:sldMk cId="0" sldId="263"/>
            <ac:spMk id="15" creationId="{00000000-0000-0000-0000-000000000000}"/>
          </ac:spMkLst>
        </pc:spChg>
      </pc:sldChg>
      <pc:sldChg chg="new del">
        <pc:chgData name="Sudeeksha B" userId="49ae5ea01cfcd656" providerId="Windows Live" clId="Web-{5AC065FF-5F39-4712-939F-BD7E2027AE69}" dt="2026-08-07T07:23:11.716" v="251"/>
        <pc:sldMkLst>
          <pc:docMk/>
          <pc:sldMk cId="3673575123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82477" y="2571875"/>
            <a:ext cx="13328949" cy="3357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9600" b="1"/>
              <a:t>AQUA-ETHIC</a:t>
            </a:r>
            <a:endParaRPr lang="en-US" sz="9600" b="1">
              <a:ea typeface="Calibri"/>
              <a:cs typeface="Calibri"/>
            </a:endParaRPr>
          </a:p>
          <a:p>
            <a:pPr algn="ctr">
              <a:lnSpc>
                <a:spcPts val="6719"/>
              </a:lnSpc>
              <a:spcBef>
                <a:spcPct val="0"/>
              </a:spcBef>
            </a:pPr>
            <a:endParaRPr lang="en-US" sz="9600" dirty="0">
              <a:ea typeface="Calibri"/>
              <a:cs typeface="Calibri"/>
            </a:endParaRP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dirty="0"/>
              <a:t> </a:t>
            </a:r>
            <a:r>
              <a:rPr lang="en-US" sz="4000"/>
              <a:t>Real-Time, Tamper-Evident Water Quality Monitoring for Early Contamination Detection in Rural India</a:t>
            </a:r>
            <a:endParaRPr lang="en-US" sz="4000">
              <a:ea typeface="+mn-lt"/>
              <a:cs typeface="+mn-l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933450"/>
            <a:ext cx="539025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DECODE SIH 2026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6172" y="9217981"/>
            <a:ext cx="8417267" cy="658669"/>
            <a:chOff x="686490" y="-47625"/>
            <a:chExt cx="9923639" cy="525145"/>
          </a:xfrm>
        </p:grpSpPr>
        <p:sp>
          <p:nvSpPr>
            <p:cNvPr id="18" name="TextBox 18"/>
            <p:cNvSpPr txBox="1"/>
            <p:nvPr/>
          </p:nvSpPr>
          <p:spPr>
            <a:xfrm>
              <a:off x="686490" y="-47625"/>
              <a:ext cx="315813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PRESENTED BY: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72843" y="-28422"/>
              <a:ext cx="6737286" cy="329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8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</a:rPr>
                <a:t>Bytyetalks</a:t>
              </a:r>
              <a:endParaRPr lang="en-US" sz="2800" dirty="0">
                <a:solidFill>
                  <a:srgbClr val="000000"/>
                </a:solidFill>
                <a:latin typeface="Inter"/>
                <a:ea typeface="Inter"/>
                <a:cs typeface="Inter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210C100-5672-4AE3-D658-C3D75CDE6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0205" y="7450439"/>
            <a:ext cx="2694856" cy="24166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FC9961-6C97-1F4B-3A4F-427B7F829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3443" y="6848835"/>
            <a:ext cx="3368435" cy="3059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76582"/>
            <a:ext cx="8918499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MEMBERS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563880"/>
            <a:ext cx="11479644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1 : Neeraj K J</a:t>
            </a:r>
            <a:endParaRPr lang="en-US" sz="32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2 : Jerrin Anto</a:t>
            </a:r>
            <a:endParaRPr lang="en-US" sz="32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3 : Thulasi G T</a:t>
            </a:r>
            <a:endParaRPr lang="en-US" sz="3200"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60" lvl="1" indent="-259080">
              <a:lnSpc>
                <a:spcPts val="3359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Member 4 : Sudeeksha</a:t>
            </a:r>
            <a:endParaRPr lang="en-US" sz="3200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566827"/>
            <a:ext cx="8808709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536646"/>
            <a:ext cx="16230600" cy="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Title</a:t>
            </a:r>
            <a:r>
              <a:rPr lang="en-US" sz="2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>
                <a:solidFill>
                  <a:srgbClr val="000000"/>
                </a:solidFill>
                <a:latin typeface="Inter"/>
                <a:ea typeface="Inter"/>
                <a:cs typeface="+mn-lt"/>
              </a:rPr>
              <a:t>: 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Smart Water Intelligence System for water quality monitoring.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2151693"/>
            <a:ext cx="6698412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>
                <a:sym typeface="Inter Bold"/>
              </a:rPr>
              <a:t> What does this Problem Aim to Solve</a:t>
            </a:r>
            <a:r>
              <a:rPr lang="en-US" sz="3200">
                <a:sym typeface="Inter Bold"/>
              </a:rPr>
              <a:t>?</a:t>
            </a:r>
            <a:endParaRPr lang="en-US" sz="3200"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-&gt;</a:t>
            </a:r>
            <a:r>
              <a:rPr lang="en-US" sz="2800" b="1">
                <a:ea typeface="+mn-lt"/>
                <a:cs typeface="+mn-lt"/>
              </a:rPr>
              <a:t>Delayed Detection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Water contamination is detected only after 2–5 days.</a:t>
            </a:r>
          </a:p>
          <a:p>
            <a:r>
              <a:rPr lang="en-US" sz="2800">
                <a:ea typeface="+mn-lt"/>
                <a:cs typeface="+mn-lt"/>
              </a:rPr>
              <a:t>-&gt; </a:t>
            </a:r>
            <a:r>
              <a:rPr lang="en-US" sz="2800" b="1">
                <a:ea typeface="+mn-lt"/>
                <a:cs typeface="+mn-lt"/>
              </a:rPr>
              <a:t>Unreliable Records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Water quality records can be altered or deleted.</a:t>
            </a:r>
          </a:p>
          <a:p>
            <a:r>
              <a:rPr lang="en-US" sz="2800">
                <a:ea typeface="+mn-lt"/>
                <a:cs typeface="+mn-lt"/>
              </a:rPr>
              <a:t>-&gt; </a:t>
            </a:r>
            <a:r>
              <a:rPr lang="en-US" sz="2800" b="1">
                <a:ea typeface="+mn-lt"/>
                <a:cs typeface="+mn-lt"/>
              </a:rPr>
              <a:t>No Instant Alerts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Communities receive no timely warning about unsafe water.</a:t>
            </a:r>
          </a:p>
          <a:p>
            <a:r>
              <a:rPr lang="en-US" sz="2800">
                <a:ea typeface="+mn-lt"/>
                <a:cs typeface="+mn-lt"/>
              </a:rPr>
              <a:t>-️&gt; </a:t>
            </a:r>
            <a:r>
              <a:rPr lang="en-US" sz="2800" b="1">
                <a:ea typeface="+mn-lt"/>
                <a:cs typeface="+mn-lt"/>
              </a:rPr>
              <a:t>Limited Monitoring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No smart way to prioritize high-risk water bodies.</a:t>
            </a:r>
          </a:p>
          <a:p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814039" y="2529517"/>
            <a:ext cx="7431657" cy="5214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>
                <a:sym typeface="Inter Bold"/>
              </a:rPr>
              <a:t>️</a:t>
            </a:r>
            <a:r>
              <a:rPr lang="en-US" sz="3200" b="1" dirty="0"/>
              <a:t> </a:t>
            </a:r>
            <a:r>
              <a:rPr lang="en-US" sz="3200" b="1">
                <a:sym typeface="Inter Bold"/>
              </a:rPr>
              <a:t>Why did </a:t>
            </a:r>
            <a:r>
              <a:rPr lang="en-US" sz="3200" b="1"/>
              <a:t>our Team Choose </a:t>
            </a:r>
            <a:r>
              <a:rPr lang="en-US" sz="3200" b="1">
                <a:sym typeface="Inter Bold"/>
              </a:rPr>
              <a:t>this?</a:t>
            </a:r>
            <a:endParaRPr lang="en-US" sz="3200" b="1"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-&gt; </a:t>
            </a:r>
            <a:r>
              <a:rPr lang="en-US" sz="2800" b="1" dirty="0">
                <a:solidFill>
                  <a:srgbClr val="000000"/>
                </a:solidFill>
                <a:ea typeface="+mn-lt"/>
                <a:cs typeface="+mn-lt"/>
              </a:rPr>
              <a:t>Real-World Impact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Clean water is a basic necessity for everyone.</a:t>
            </a:r>
            <a:endParaRPr lang="en-US" sz="2800">
              <a:ea typeface="+mn-lt"/>
              <a:cs typeface="+mn-lt"/>
            </a:endParaRPr>
          </a:p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-&gt;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Purposeful Technology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IoT + AI + Blockchain + Cybersecurity work together to solve the problem.</a:t>
            </a:r>
            <a:endParaRPr lang="en-US" sz="2800">
              <a:ea typeface="+mn-lt"/>
              <a:cs typeface="+mn-lt"/>
            </a:endParaRPr>
          </a:p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-&gt;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Affordable &amp; Scalable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₹10–15K prototype suitable for villages to cities.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-&gt;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 Meaningful Outcome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Real-time monitoring with transparent, trusted data.</a:t>
            </a:r>
            <a:endParaRPr lang="en-US" sz="2800">
              <a:ea typeface="+mn-lt"/>
              <a:cs typeface="+mn-lt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688E27-DCA3-4925-EA33-8E5597925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68" y="8280820"/>
            <a:ext cx="6521749" cy="14460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C03F61-94B3-4F1C-3A25-ABCF2B6BC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414" y="8024274"/>
            <a:ext cx="8678172" cy="1700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6417" y="329601"/>
            <a:ext cx="12867174" cy="82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REAL-WORLD PROBLEM ALIGNMENT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6417" y="1364118"/>
            <a:ext cx="6892507" cy="305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Who faces this issue?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Communities depending on river water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Pollution Control Boards &amp; Government Agencies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Farmers and Fishermen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Industries requiring continuous compliance monitoring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Environmental researchers and NGOs</a:t>
            </a:r>
            <a:endParaRPr lang="en-US"/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619945" y="1159658"/>
            <a:ext cx="9394167" cy="305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What’s the current gap in the system?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Existing systems monitor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only selected locations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due to high deployment costs.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Water quality data is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not fully transparent or tamper-proof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No integrated platform combining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satellite screening + IoT sensing + blockchain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Limited real-time alerts and citizen access to verified water quality data. </a:t>
            </a:r>
            <a:endParaRPr lang="en-US"/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6417" y="4707687"/>
            <a:ext cx="7712016" cy="4965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does your proposed solution fill that gap practically?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Uses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satellite screening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to identify high-risk water bodies before deployment.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Deploys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low-cost IoT floating buoys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for continuous water quality monitoring.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Stores sensor records on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blockchain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, ensuring immutable and verifiable data.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Provides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real-time dashboard and alerts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for both citizens and authorities.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Designed as a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scalable, affordable prototype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suitable from villages to cities.</a:t>
            </a:r>
            <a:endParaRPr lang="en-US"/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33681" y="4069295"/>
            <a:ext cx="9566695" cy="4160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Mention if it connects to any existing schemes.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 Namami Gange Mission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– Supports transparent river quality monitoring.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National Water Mission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– Promotes sustainable water resource management.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Digital India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– Enables digital governance through IoT and data transparency.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Smart Cities Mission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– Encourages smart environmental monitoring solutions.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Swachh Bharat Mission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– Contributes to cleaner rivers and healthier ecosystems.</a:t>
            </a:r>
            <a:endParaRPr lang="en-US">
              <a:ea typeface="+mn-lt"/>
              <a:cs typeface="+mn-lt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8DD4C1-7101-D1E2-A53C-01AEE0D7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799" y="7925520"/>
            <a:ext cx="9362894" cy="2178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566827"/>
            <a:ext cx="1131502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752306"/>
            <a:ext cx="16230600" cy="305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are you Building?</a:t>
            </a:r>
            <a:endParaRPr lang="en-US" sz="2800" b="1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  <a:p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AQUA-ETHIC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is a smart, low-cost water quality monitoring system that combines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Satellite Imaging, IoT, Blockchain, and AI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to detect river pollution in real time. Satellite data first identifies water bodies showing unusual changes. Low-cost solar-powered IoT buoys then continuously monitor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pH, turbidity, temperature, and dissolved oxygen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. Every sensor reading is securely stored on the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Ethereum blockchain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, making it transparent, tamper-proof, and independently verifiable. A live dashboard displays water quality updates, while instant alerts notify citizens and authorities whenever pollution crosses safe limits. Our goal is to make water quality monitoring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faster, affordable, transparent, and scalable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for communities across India.</a:t>
            </a:r>
            <a:endParaRPr lang="en-US"/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4804318"/>
            <a:ext cx="7345393" cy="4160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are the 3-4 Key Features?</a:t>
            </a:r>
            <a:endParaRPr lang="en-US" sz="2800" b="1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Satellite-Based Screening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Detects high-risk water bodies for targeted monitoring.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Low-Cost IoT Buoys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Real-time monitoring of pH, turbidity, temperature &amp; DO.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Blockchain Verification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Immutable, tamper-proof water quality records.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Live Dashboard &amp; Alerts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Real-time updates and instant notifications to citizens &amp; authorities.</a:t>
            </a:r>
            <a:endParaRPr lang="en-US">
              <a:ea typeface="Calibri"/>
              <a:cs typeface="Calibri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15964" y="4793950"/>
            <a:ext cx="8143336" cy="305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makes it different or innovative?</a:t>
            </a:r>
            <a:endParaRPr lang="en-US" sz="2800" b="1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  <a:p>
            <a:pPr marL="342900" indent="-342900">
              <a:buFont typeface="Wingdings"/>
              <a:buChar char="ü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Integrates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Satellite + IoT + Blockchain + AI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into one platform.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ü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Tamper-proof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records ensure trust and transparency.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ü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Affordable &amp; scalable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(~₹10–15K per buoy), suitable from villages to cities.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ü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Goes beyond monitoring by enabling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Detection → Verification → Alert → Action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3C8A1C-BDA7-034D-6EAD-1D173DAB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516" y="7650283"/>
            <a:ext cx="8822666" cy="2297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76582"/>
            <a:ext cx="9997527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 &amp;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183627"/>
            <a:ext cx="16230600" cy="40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(E.G., NextJS, Express, Hono, AWS, etc.)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APIs/Libraries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Plan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6549390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High-level Block Diagram OR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933450"/>
            <a:ext cx="779591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DIAGRAM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183627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Show the Technical Flow using a simple block diagram.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639751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Mention Frontend/Backend/Tools/API connections.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095875"/>
            <a:ext cx="162306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Include Cloud/Database/ML Model 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(if applicable)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889787" y="4685347"/>
            <a:ext cx="5041937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lang="en-US" sz="6000" b="1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5952" y="1754505"/>
            <a:ext cx="10781936" cy="10781936"/>
          </a:xfrm>
          <a:custGeom>
            <a:avLst/>
            <a:gdLst/>
            <a:ahLst/>
            <a:cxnLst/>
            <a:rect l="l" t="t" r="r" b="b"/>
            <a:pathLst>
              <a:path w="10781936" h="10781936">
                <a:moveTo>
                  <a:pt x="0" y="0"/>
                </a:moveTo>
                <a:lnTo>
                  <a:pt x="10781936" y="0"/>
                </a:lnTo>
                <a:lnTo>
                  <a:pt x="10781936" y="10781936"/>
                </a:lnTo>
                <a:lnTo>
                  <a:pt x="0" y="10781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097226"/>
            <a:ext cx="18288000" cy="189774"/>
            <a:chOff x="0" y="0"/>
            <a:chExt cx="24384000" cy="25303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253032"/>
              <a:chOff x="0" y="0"/>
              <a:chExt cx="6263097" cy="649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263098" cy="64992"/>
              </a:xfrm>
              <a:custGeom>
                <a:avLst/>
                <a:gdLst/>
                <a:ahLst/>
                <a:cxnLst/>
                <a:rect l="l" t="t" r="r" b="b"/>
                <a:pathLst>
                  <a:path w="6263098" h="64992">
                    <a:moveTo>
                      <a:pt x="0" y="0"/>
                    </a:moveTo>
                    <a:lnTo>
                      <a:pt x="6263098" y="0"/>
                    </a:lnTo>
                    <a:lnTo>
                      <a:pt x="6263098" y="64992"/>
                    </a:lnTo>
                    <a:lnTo>
                      <a:pt x="0" y="64992"/>
                    </a:lnTo>
                    <a:close/>
                  </a:path>
                </a:pathLst>
              </a:custGeom>
              <a:solidFill>
                <a:srgbClr val="00AE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263097" cy="1030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192000" y="980"/>
              <a:ext cx="12192000" cy="252052"/>
              <a:chOff x="0" y="0"/>
              <a:chExt cx="3131549" cy="647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131549" cy="64740"/>
              </a:xfrm>
              <a:custGeom>
                <a:avLst/>
                <a:gdLst/>
                <a:ahLst/>
                <a:cxnLst/>
                <a:rect l="l" t="t" r="r" b="b"/>
                <a:pathLst>
                  <a:path w="3131549" h="64740">
                    <a:moveTo>
                      <a:pt x="0" y="0"/>
                    </a:moveTo>
                    <a:lnTo>
                      <a:pt x="3131549" y="0"/>
                    </a:lnTo>
                    <a:lnTo>
                      <a:pt x="3131549" y="64740"/>
                    </a:lnTo>
                    <a:lnTo>
                      <a:pt x="0" y="64740"/>
                    </a:lnTo>
                    <a:close/>
                  </a:path>
                </a:pathLst>
              </a:custGeom>
              <a:solidFill>
                <a:srgbClr val="3036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131549" cy="1028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5501503" y="325565"/>
            <a:ext cx="2396361" cy="651873"/>
            <a:chOff x="0" y="0"/>
            <a:chExt cx="3195148" cy="869164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814616" cy="814613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70881" y="1118"/>
              <a:ext cx="2224267" cy="726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3036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OSCode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0649" y="538752"/>
              <a:ext cx="2114500" cy="330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0"/>
                </a:lnSpc>
              </a:pPr>
              <a:r>
                <a:rPr lang="en-US" sz="1400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by community</a:t>
              </a:r>
              <a:r>
                <a:rPr lang="en-US" sz="1400" b="1">
                  <a:solidFill>
                    <a:srgbClr val="00AEE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OSCode - Decode SIH 2026 - Ideation PPT Template</dc:title>
  <cp:revision>252</cp:revision>
  <dcterms:created xsi:type="dcterms:W3CDTF">2006-08-16T00:00:00Z</dcterms:created>
  <dcterms:modified xsi:type="dcterms:W3CDTF">2026-08-07T10:17:00Z</dcterms:modified>
  <dc:identifier>DAHQFtkfUsc</dc:identifier>
</cp:coreProperties>
</file>